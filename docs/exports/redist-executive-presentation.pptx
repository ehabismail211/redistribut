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de8d444cb4546" /><Relationship Type="http://schemas.openxmlformats.org/officeDocument/2006/relationships/extended-properties" Target="/docProps/app.xml" Id="Rff2b65900f7948ac" /><Relationship Type="http://schemas.openxmlformats.org/officeDocument/2006/relationships/officeDocument" Target="/ppt/presentation.xml" Id="R9620871db89c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5f1f2d3d0744ad"/>
  </p:sldMasterIdLst>
  <p:notesMasterIdLst>
    <p:notesMasterId xmlns:r="http://schemas.openxmlformats.org/officeDocument/2006/relationships" r:id="R3525b0b130e64fba"/>
  </p:notesMasterIdLst>
  <p:sldIdLst>
    <p:sldId xmlns:r="http://schemas.openxmlformats.org/officeDocument/2006/relationships" id="256" r:id="Rded9f2877f8e495a"/>
    <p:sldId xmlns:r="http://schemas.openxmlformats.org/officeDocument/2006/relationships" id="257" r:id="Rd68010ec462f45c5"/>
    <p:sldId xmlns:r="http://schemas.openxmlformats.org/officeDocument/2006/relationships" id="258" r:id="Rd25742ca6b63427c"/>
    <p:sldId xmlns:r="http://schemas.openxmlformats.org/officeDocument/2006/relationships" id="259" r:id="R27c70b22014f4ef7"/>
    <p:sldId xmlns:r="http://schemas.openxmlformats.org/officeDocument/2006/relationships" id="260" r:id="Re97f89ac9bbe4358"/>
    <p:sldId xmlns:r="http://schemas.openxmlformats.org/officeDocument/2006/relationships" id="261" r:id="Rba76ac9695114666"/>
    <p:sldId xmlns:r="http://schemas.openxmlformats.org/officeDocument/2006/relationships" id="262" r:id="Rd3540b83d70a4e15"/>
    <p:sldId xmlns:r="http://schemas.openxmlformats.org/officeDocument/2006/relationships" id="263" r:id="R2a763d6eb7ae4484"/>
    <p:sldId xmlns:r="http://schemas.openxmlformats.org/officeDocument/2006/relationships" id="264" r:id="R7aaef18619174efc"/>
    <p:sldId xmlns:r="http://schemas.openxmlformats.org/officeDocument/2006/relationships" id="265" r:id="R9648116c27634ae6"/>
    <p:sldId xmlns:r="http://schemas.openxmlformats.org/officeDocument/2006/relationships" id="266" r:id="Rd462ca013b67490a"/>
    <p:sldId xmlns:r="http://schemas.openxmlformats.org/officeDocument/2006/relationships" id="267" r:id="R33f55dcedf0d40da"/>
    <p:sldId xmlns:r="http://schemas.openxmlformats.org/officeDocument/2006/relationships" id="268" r:id="R2d7f2bc7a2cd49c6"/>
    <p:sldId xmlns:r="http://schemas.openxmlformats.org/officeDocument/2006/relationships" id="269" r:id="Rbea7d378ef2240cc"/>
    <p:sldId xmlns:r="http://schemas.openxmlformats.org/officeDocument/2006/relationships" id="270" r:id="R8ea1c3d5ab2d41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49e297f284f2c" /><Relationship Type="http://schemas.openxmlformats.org/officeDocument/2006/relationships/slideMaster" Target="/ppt/slideMasters/slideMaster1.xml" Id="R8e5f1f2d3d0744ad" /><Relationship Type="http://schemas.openxmlformats.org/officeDocument/2006/relationships/notesMaster" Target="/ppt/notesMasters/notesMaster1.xml" Id="R3525b0b130e64fba" /><Relationship Type="http://schemas.openxmlformats.org/officeDocument/2006/relationships/presProps" Target="/ppt/presProps.xml" Id="R648559596c984da9" /><Relationship Type="http://schemas.openxmlformats.org/officeDocument/2006/relationships/tableStyles" Target="/ppt/tableStyles.xml" Id="R13c74d7bfe4d4074" /><Relationship Type="http://schemas.openxmlformats.org/officeDocument/2006/relationships/slide" Target="/ppt/slides/slide1.xml" Id="Rded9f2877f8e495a" /><Relationship Type="http://schemas.openxmlformats.org/officeDocument/2006/relationships/slide" Target="/ppt/slides/slide2.xml" Id="Rd68010ec462f45c5" /><Relationship Type="http://schemas.openxmlformats.org/officeDocument/2006/relationships/slide" Target="/ppt/slides/slide3.xml" Id="Rd25742ca6b63427c" /><Relationship Type="http://schemas.openxmlformats.org/officeDocument/2006/relationships/slide" Target="/ppt/slides/slide4.xml" Id="R27c70b22014f4ef7" /><Relationship Type="http://schemas.openxmlformats.org/officeDocument/2006/relationships/slide" Target="/ppt/slides/slide5.xml" Id="Re97f89ac9bbe4358" /><Relationship Type="http://schemas.openxmlformats.org/officeDocument/2006/relationships/slide" Target="/ppt/slides/slide6.xml" Id="Rba76ac9695114666" /><Relationship Type="http://schemas.openxmlformats.org/officeDocument/2006/relationships/slide" Target="/ppt/slides/slide7.xml" Id="Rd3540b83d70a4e15" /><Relationship Type="http://schemas.openxmlformats.org/officeDocument/2006/relationships/slide" Target="/ppt/slides/slide8.xml" Id="R2a763d6eb7ae4484" /><Relationship Type="http://schemas.openxmlformats.org/officeDocument/2006/relationships/slide" Target="/ppt/slides/slide9.xml" Id="R7aaef18619174efc" /><Relationship Type="http://schemas.openxmlformats.org/officeDocument/2006/relationships/slide" Target="/ppt/slides/slide10.xml" Id="R9648116c27634ae6" /><Relationship Type="http://schemas.openxmlformats.org/officeDocument/2006/relationships/slide" Target="/ppt/slides/slide11.xml" Id="Rd462ca013b67490a" /><Relationship Type="http://schemas.openxmlformats.org/officeDocument/2006/relationships/slide" Target="/ppt/slides/slide12.xml" Id="R33f55dcedf0d40da" /><Relationship Type="http://schemas.openxmlformats.org/officeDocument/2006/relationships/slide" Target="/ppt/slides/slide13.xml" Id="R2d7f2bc7a2cd49c6" /><Relationship Type="http://schemas.openxmlformats.org/officeDocument/2006/relationships/slide" Target="/ppt/slides/slide14.xml" Id="Rbea7d378ef2240cc" /><Relationship Type="http://schemas.openxmlformats.org/officeDocument/2006/relationships/slide" Target="/ppt/slides/slide15.xml" Id="R8ea1c3d5ab2d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64659ea1af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b670f02364e76" /><Relationship Type="http://schemas.openxmlformats.org/officeDocument/2006/relationships/notesMaster" Target="/ppt/notesMasters/notesMaster1.xml" Id="R80954c064d9e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cb4e0881845f1" /><Relationship Type="http://schemas.openxmlformats.org/officeDocument/2006/relationships/notesMaster" Target="/ppt/notesMasters/notesMaster1.xml" Id="R4edf90a1cfd5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5c8d5c24714d99" /><Relationship Type="http://schemas.openxmlformats.org/officeDocument/2006/relationships/notesMaster" Target="/ppt/notesMasters/notesMaster1.xml" Id="R62c519d3ac6341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193ce7896c46e9" /><Relationship Type="http://schemas.openxmlformats.org/officeDocument/2006/relationships/notesMaster" Target="/ppt/notesMasters/notesMaster1.xml" Id="R5125410c763948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194b4d891f495c" /><Relationship Type="http://schemas.openxmlformats.org/officeDocument/2006/relationships/notesMaster" Target="/ppt/notesMasters/notesMaster1.xml" Id="R384583258a99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60a4027a94f54" /><Relationship Type="http://schemas.openxmlformats.org/officeDocument/2006/relationships/notesMaster" Target="/ppt/notesMasters/notesMaster1.xml" Id="Ref189565d963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58763ff3574ec4" /><Relationship Type="http://schemas.openxmlformats.org/officeDocument/2006/relationships/notesMaster" Target="/ppt/notesMasters/notesMaster1.xml" Id="Re87018f4276443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80f9fe2b18470e" /><Relationship Type="http://schemas.openxmlformats.org/officeDocument/2006/relationships/notesMaster" Target="/ppt/notesMasters/notesMaster1.xml" Id="Rd2ac9dcaad8d43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174ce138bc4930" /><Relationship Type="http://schemas.openxmlformats.org/officeDocument/2006/relationships/notesMaster" Target="/ppt/notesMasters/notesMaster1.xml" Id="Rebe7c20873d648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81f1af7d2470f" /><Relationship Type="http://schemas.openxmlformats.org/officeDocument/2006/relationships/notesMaster" Target="/ppt/notesMasters/notesMaster1.xml" Id="Rd359db4dfe8c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ebfb78b19549ee" /><Relationship Type="http://schemas.openxmlformats.org/officeDocument/2006/relationships/notesMaster" Target="/ppt/notesMasters/notesMaster1.xml" Id="R7eecc7f502b845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d8a9cf2975424b" /><Relationship Type="http://schemas.openxmlformats.org/officeDocument/2006/relationships/notesMaster" Target="/ppt/notesMasters/notesMaster1.xml" Id="R8fa8b8f0579c47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07c9667dbe461f" /><Relationship Type="http://schemas.openxmlformats.org/officeDocument/2006/relationships/notesMaster" Target="/ppt/notesMasters/notesMaster1.xml" Id="R0cbc627da30141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9506cb3cf749f9" /><Relationship Type="http://schemas.openxmlformats.org/officeDocument/2006/relationships/notesMaster" Target="/ppt/notesMasters/notesMaster1.xml" Id="R3e21d82c9cbc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55e6cff6c24ac1" /><Relationship Type="http://schemas.openxmlformats.org/officeDocument/2006/relationships/notesMaster" Target="/ppt/notesMasters/notesMaster1.xml" Id="R6daaf1e79f5a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45f40eb87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8afa43e434988" /><Relationship Type="http://schemas.openxmlformats.org/officeDocument/2006/relationships/slideLayout" Target="/ppt/slideLayouts/slideLayout1.xml" Id="R686acfb44745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6acfb44745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34a914a1f45b5" /><Relationship Type="http://schemas.openxmlformats.org/officeDocument/2006/relationships/image" Target="/ppt/media/image.png" Id="R4c25e67fba2b4bf9" /><Relationship Type="http://schemas.openxmlformats.org/officeDocument/2006/relationships/image" Target="/ppt/media/image.jpeg" Id="R7d6b4526048b4ec2" /><Relationship Type="http://schemas.openxmlformats.org/officeDocument/2006/relationships/image" Target="/ppt/media/image2.png" Id="R0dbbb093a2124502" /><Relationship Type="http://schemas.openxmlformats.org/officeDocument/2006/relationships/notesSlide" Target="/ppt/notesSlides/notesSlide1.xml" Id="R2f70ff42b059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c008fc1aa49dc" /><Relationship Type="http://schemas.openxmlformats.org/officeDocument/2006/relationships/image" Target="/ppt/media/image3.png" Id="R85d7fba72ec5449d" /><Relationship Type="http://schemas.openxmlformats.org/officeDocument/2006/relationships/notesSlide" Target="/ppt/notesSlides/notesSlide2.xml" Id="Rc36cb099bbec44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4b3ee778b48d1" /><Relationship Type="http://schemas.openxmlformats.org/officeDocument/2006/relationships/image" Target="/ppt/media/image4.png" Id="R8455850622334fd9" /><Relationship Type="http://schemas.openxmlformats.org/officeDocument/2006/relationships/notesSlide" Target="/ppt/notesSlides/notesSlide3.xml" Id="R3805d0659217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d93e9b0684c10" /><Relationship Type="http://schemas.openxmlformats.org/officeDocument/2006/relationships/image" Target="/ppt/media/image5.png" Id="R7b5bcbd0cec445df" /><Relationship Type="http://schemas.openxmlformats.org/officeDocument/2006/relationships/notesSlide" Target="/ppt/notesSlides/notesSlide4.xml" Id="R70505497d65649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e952992e9483a" /><Relationship Type="http://schemas.openxmlformats.org/officeDocument/2006/relationships/image" Target="/ppt/media/image6.png" Id="R474cc70da4e34f5d" /><Relationship Type="http://schemas.openxmlformats.org/officeDocument/2006/relationships/notesSlide" Target="/ppt/notesSlides/notesSlide5.xml" Id="Re4290dc2b807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5b5f608c74411" /><Relationship Type="http://schemas.openxmlformats.org/officeDocument/2006/relationships/image" Target="/ppt/media/image7.png" Id="Rff3f7fa61ee04fd2" /><Relationship Type="http://schemas.openxmlformats.org/officeDocument/2006/relationships/image" Target="/ppt/media/image8.png" Id="R36a2a36ab3cc446d" /><Relationship Type="http://schemas.openxmlformats.org/officeDocument/2006/relationships/notesSlide" Target="/ppt/notesSlides/notesSlide6.xml" Id="Rc8ab4aa563304d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d48163f5d4d8f" /><Relationship Type="http://schemas.openxmlformats.org/officeDocument/2006/relationships/image" Target="/ppt/media/image9.png" Id="R458b71f9e0d040e3" /><Relationship Type="http://schemas.openxmlformats.org/officeDocument/2006/relationships/notesSlide" Target="/ppt/notesSlides/notesSlide7.xml" Id="R8ccf45a8f16241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be33b4114ca6" /><Relationship Type="http://schemas.openxmlformats.org/officeDocument/2006/relationships/image" Target="/ppt/media/image10.png" Id="R05bc5e3c7c0a424a" /><Relationship Type="http://schemas.openxmlformats.org/officeDocument/2006/relationships/notesSlide" Target="/ppt/notesSlides/notesSlide8.xml" Id="R7e8ce4d17e6d43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1615241444542" /><Relationship Type="http://schemas.openxmlformats.org/officeDocument/2006/relationships/image" Target="/ppt/media/image11.png" Id="R933fc7b53a7b4487" /><Relationship Type="http://schemas.openxmlformats.org/officeDocument/2006/relationships/notesSlide" Target="/ppt/notesSlides/notesSlide9.xml" Id="Rf9991884f76a4c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ddeb8a2ce49a4" /><Relationship Type="http://schemas.openxmlformats.org/officeDocument/2006/relationships/image" Target="/ppt/media/image12.png" Id="Red9f8a7f8ddd4297" /><Relationship Type="http://schemas.openxmlformats.org/officeDocument/2006/relationships/notesSlide" Target="/ppt/notesSlides/notesSlide10.xml" Id="Rbed18a2478174d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ad41d7e0a4079" /><Relationship Type="http://schemas.openxmlformats.org/officeDocument/2006/relationships/image" Target="/ppt/media/image13.png" Id="R1ac3e9c5ca7f4e53" /><Relationship Type="http://schemas.openxmlformats.org/officeDocument/2006/relationships/notesSlide" Target="/ppt/notesSlides/notesSlide11.xml" Id="R302c675287b04c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e371b15ca4013" /><Relationship Type="http://schemas.openxmlformats.org/officeDocument/2006/relationships/image" Target="/ppt/media/image14.png" Id="Rb186dfa646a64e3f" /><Relationship Type="http://schemas.openxmlformats.org/officeDocument/2006/relationships/notesSlide" Target="/ppt/notesSlides/notesSlide12.xml" Id="R09bf2778e59646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268002e8c419f" /><Relationship Type="http://schemas.openxmlformats.org/officeDocument/2006/relationships/image" Target="/ppt/media/image15.png" Id="Rdfcf9ca7a1224425" /><Relationship Type="http://schemas.openxmlformats.org/officeDocument/2006/relationships/image" Target="/ppt/media/image16.png" Id="Rba8a891468054892" /><Relationship Type="http://schemas.openxmlformats.org/officeDocument/2006/relationships/notesSlide" Target="/ppt/notesSlides/notesSlide13.xml" Id="Rcd6fe81c765647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761e5fc684036" /><Relationship Type="http://schemas.openxmlformats.org/officeDocument/2006/relationships/image" Target="/ppt/media/image17.png" Id="R434b7ae3974f4deb" /><Relationship Type="http://schemas.openxmlformats.org/officeDocument/2006/relationships/notesSlide" Target="/ppt/notesSlides/notesSlide14.xml" Id="R8b111b41bd874d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a6a392d594fa5" /><Relationship Type="http://schemas.openxmlformats.org/officeDocument/2006/relationships/image" Target="/ppt/media/image18.png" Id="R09ccd59429f94adf" /><Relationship Type="http://schemas.openxmlformats.org/officeDocument/2006/relationships/image" Target="/ppt/media/image19.png" Id="R1c5116bf47844569" /><Relationship Type="http://schemas.openxmlformats.org/officeDocument/2006/relationships/notesSlide" Target="/ppt/notesSlides/notesSlide15.xml" Id="R57196c7acca349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5e67fba2b4bf9"/>
          <a:stretch xmlns:a="http://schemas.openxmlformats.org/drawingml/2006/main"/>
        </p:blipFill>
        <p:spPr>
          <a:xfrm xmlns:a="http://schemas.openxmlformats.org/drawingml/2006/main">
            <a:off x="685800" y="533908"/>
            <a:ext cx="419100" cy="37998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42EAC-2E47-4F15-A829-79D789B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2A"/>
                </a:solidFill>
              </a:defRPr>
            </a:pPr>
            <a:r>
              <a:rPr sz="2625" b="1">
                <a:solidFill>
                  <a:srgbClr val="102A2A"/>
                </a:solidFill>
              </a:rPr>
              <a:t>ReDist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0556B-EFAF-4F58-BEB2-6E3D0665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3400"/>
            <a:ext cx="2247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E4CE8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73EE8-8166-4BA2-AA38-3675AF94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7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2A"/>
                </a:solidFill>
              </a:defRPr>
            </a:pPr>
            <a:r>
              <a:rPr sz="1050" b="1">
                <a:solidFill>
                  <a:srgbClr val="102A2A"/>
                </a:solidFill>
              </a:rPr>
              <a:t>UAE PILOT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7E97A-CBDF-4D26-A62A-787C386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A2A"/>
                </a:solidFill>
              </a:defRPr>
            </a:pPr>
            <a:r>
              <a:rPr sz="5250" b="1">
                <a:solidFill>
                  <a:srgbClr val="102A2A"/>
                </a:solidFill>
              </a:rPr>
              <a:t>ReDist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1E5A-7DE4-4912-8957-2889974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46F"/>
                </a:solidFill>
              </a:defRPr>
            </a:pPr>
            <a:r>
              <a:rPr sz="1800" b="0">
                <a:solidFill>
                  <a:srgbClr val="63746F"/>
                </a:solidFill>
              </a:rPr>
              <a:t>Surplus redistribution with trust, evidence, and impact.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2CF5E-04A8-499B-AB1F-3F0746D4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3581400" cy="25336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b4526048b4e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71650"/>
            <a:ext cx="3429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BC445-A759-4573-B4D5-085F72CB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https://www.redistribut.com | [Founder Name] | [Contact]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bb093a2124502"/>
          <a:stretch xmlns:a="http://schemas.openxmlformats.org/drawingml/2006/main"/>
        </p:blipFill>
        <p:spPr>
          <a:xfrm xmlns:a="http://schemas.openxmlformats.org/drawingml/2006/main">
            <a:off x="10210800" y="50673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DDC88-65DE-422B-826A-F58A4F55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057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5C55"/>
                </a:solidFill>
              </a:defRPr>
            </a:pPr>
            <a:r>
              <a:rPr sz="900" b="1">
                <a:solidFill>
                  <a:srgbClr val="1F5C55"/>
                </a:solidFill>
              </a:rPr>
              <a:t>redistribut.com</a:t>
            </a:r>
          </a:p>
        </p:txBody>
      </p:sp>
    </p:spTree>
    <p:extLst>
      <p:ext uri="{BB962C8B-B14F-4D97-AF65-F5344CB8AC3E}">
        <p14:creationId xmlns:p14="http://schemas.microsoft.com/office/powerpoint/2010/main" val="93143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4178C-7C9F-464B-B78E-0D2C958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E7701-4BB2-4AE2-91C1-7F7C851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A controlled redistribution platform for verified organizations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DFBD3-C3F2-457B-B5FB-4005409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helps suppliers list usable surplus, recipients request resources, and both parties complete evidence-backed handovers.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28E1-5B04-47AE-9F00-0FE3238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3053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1193D-7386-4785-91DE-45D5760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Core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C191C-F864-44D8-8B68-D80F0FF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38862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UAE-first organization-to-organization redistribution with controlled workflows, founder-guided onboarding, and verification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5D65B-21CE-49DC-A49C-C4BBAD8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2857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9D83F-CAC0-42C5-A725-1BCB05D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Pilot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52D93-DA6A-4144-8010-B158E2A8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19400"/>
            <a:ext cx="2438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Built for the first guided UAE workflow: one supplier, one recipient, one handover, one certificate, one feedback 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5E20-5D7C-4275-8146-E7CC487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57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0F64-CC18-49A0-BCBD-31254F6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Proof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32FB-7084-4604-9D2D-CC269F4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438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Impact claims are supported only by completed transfers, certificate evidence, and approved participant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6D711-6282-4A71-B97E-1C0D6DAF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5F8B7-4F75-4267-B39D-6205482D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D2120-D62D-4170-A7AF-B8FAEE6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29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Supplier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098C-F049-4F3E-95F0-3798B9D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6D32D-991A-45D2-83DA-2AC1E7C8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48C2A-21FE-4F47-AA68-019470D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Recipient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CE60F-89BC-4D7B-B819-0F4BD65C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5CF5E-C7A8-4996-9B40-F793145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62CDB-F85A-4DE7-8188-30673250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Evidence 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EA252-5627-4C97-8646-8D9DC4E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7fba72ec5449d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65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12715-A431-497E-8644-3E444AA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26FE6-8724-43DF-8101-0360ADE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Useful surplus is hard to move with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F7F13-71EA-4BC3-A4F6-0AAFC54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Redistribution often depends on scattered calls, informal contacts, spreadsheets, and screenshots.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B49D5-0577-431B-9C1C-1500A416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D42E9-8B49-4DAB-865C-ABE03B06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Operational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EA494-0164-402A-9763-C053B391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4343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Unknown recipient suitability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Incomplete resource and request details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Unclear handover responsibility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Missing completion evidence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ESG teams need proof, not 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6BCF-99EA-4D0A-B673-EAF2375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95550"/>
            <a:ext cx="4572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E4C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2A35A-7A3A-4FDF-80B6-BEB0FD4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7D065-C6F5-4BA3-BF3B-4B2847AD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4152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Usable surplus can stay idle, be discarded, or move without enough trust and evidence for enterprise teams.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6925E-115D-47F0-90C0-8AED9CD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5850622334fd9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87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05241-D12A-4794-A572-25264673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WHY NOW IN THE UAE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F8660-7FC8-4DC3-BB41-D726789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The UAE has the right operating sectors for a guided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74301-1F4D-4905-94CA-86EEF28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starts with controlled workflows before wider scale.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80718-0C65-40DF-B986-1005A80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9B9D9-9F88-4693-BDEC-E645C962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Hotels and hospitality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2DCC0-9883-4266-90F2-04EA28C1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Commonly has either surplus resources, operational needs, or strong distribution networks.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6B4EB-2486-4741-997C-6B5CCBD4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86DD6-295C-495C-815E-D92840EF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Warehouses and logistics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6AA4-ACEA-40FF-A51D-0B7FB44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Commonly has either surplus resources, operational needs, or strong distribution networks.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5B0F8-053D-4EA5-B41C-748E4A10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8F64E-9BB2-45C5-9FAC-F15E965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Restaurants and food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456A6-4DAC-4B01-B931-16137D0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Commonly has either surplus resources, operational needs, or strong distribution networks.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9A244-CED9-4AA4-94E6-81C55522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ABA21-B444-44BA-984F-5D79D029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NGOs and schools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71674-EF78-4399-9D09-0631DA33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Commonly has either surplus resources, operational needs, or strong distribution networks.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C7FDB-ADE1-4AC9-A29E-FB6EFE4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7C67B-2318-4DA1-9087-7DCF818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Corporate ESG 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067FE-CA0E-4A2B-81FA-14F1C72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Need practical, defensible evidence for reporting.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763BC-047F-4C78-95C1-690CE7DA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04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bcbd0cec445df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94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4D8EF-A2EF-4CB5-BC3D-787FB7E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THE REDIST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19D47-47DD-4BBA-88AF-9BDCA4F8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A redistribution workflow, not a consumer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CA849-EDAF-4A47-95E6-05618BC4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organizes how verified organizations list, request, approve, hand over, verify, and evidence surplus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5421A-292F-4588-9C8A-D502F6F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739F5-D945-48E9-9D93-1AB8E34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DAD06-B8BB-4422-A368-F8DB924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10813-CAD3-411D-9ED7-941A2F30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FC54C-E414-4428-A50A-9BED794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7A5B5-50F6-46D3-A6F2-77056AA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7B568-3F6E-438A-BDA2-4F809D1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73AC-125D-47EC-B2ED-7D6D9865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05EEF-D52C-4791-8720-DD90C0C8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7A537-E108-4094-BFFE-45AD1DC9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7D132-558E-4C1C-992B-626AEF62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363D2-62E9-429A-B629-A751346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FCE2A-3DF6-40FD-BF36-80BD07D2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AB7C3-1810-4195-ADA2-F466C36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224DE-D6E1-4951-8D13-3E28609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EA1C4-6C1A-4270-B447-8473DB4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811DC-AA1D-4F75-AF6C-F6622A07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5F338-79E0-41D4-AFC8-9E38210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0CEDF-1524-40AA-A995-C54B596B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Handover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BFBB7-0FE4-4998-A6B6-326A9A5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9CFFE-3510-4364-83D7-AC9DE2BC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018D1-BC3F-48D3-ABE6-A8662EE6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E76AE-F636-4BB8-B869-973BCB8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805BD0-B59B-484D-BB97-A774B8F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14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C2862-3202-44E0-83A7-1C6AD3FC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59235-6105-43EC-A592-43600F3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DFA27-2200-4C34-9D3C-E209F0B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Impact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631B4-5F75-4EA0-9F0B-484B780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7696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F81F9-D96A-4C1B-BFA8-51C3260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14850"/>
            <a:ext cx="727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Operating principle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E5C308-8672-423E-8A66-AB6F0B64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95850"/>
            <a:ext cx="727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Every step should answer: who owns the action, what information is needed, and what evidence remains after completion.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967B2-1DE8-40CB-A2E3-AB152BD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05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cc70da4e34f5d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55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E5E97B-F6F1-4D7B-97A3-6514C3C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B2B6-D07F-44A7-8DEA-F76AFF11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From surplus listing to verified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399BB-4311-47D3-8C94-8E0539D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The workspace is designed around daily operational actions for suppliers, recipients, and administrators.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D8AB7-F83D-4A2A-8FF9-58B8CE2F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054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f7fa61ee04fd2"/>
          <a:srcRect xmlns:a="http://schemas.openxmlformats.org/drawingml/2006/main" l="0" t="8462" r="0" b="8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980C5-45A4-4121-A8A2-2A32AD96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B3A40-03AE-4085-8EB5-432ABCA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Workflow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F5DFC-04BC-448A-80CC-537E8CB6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4152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Supplier lists approved surplus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Recipient discovers resources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Recipient submits request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Supplier approves or clarifies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Handover is coordinated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Completion is verified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Certificate and impact evidence are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CB55-135F-4036-8573-ED82A0B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2a36ab3cc446d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41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F97C3-FC89-4495-9199-9FB46AB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TRUST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CAFC5-B0E3-4E17-9AA6-782B0CE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Trust is built through workflow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97BC4-5F52-4B7C-A802-A63F2AD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separates operational evidence from legal or audited ESG guarantees.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CCBD-F1CF-4DBF-B6A8-F04E899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1DF7-72DD-4BBA-855E-8391966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Founder-guided pilot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40D31-1E3F-4E3E-B0B5-A3966EE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A341D-B8A4-422C-9020-C743849E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1A34E-FE7F-4B69-AE14-C5AD5D68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Organization-level participation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6B6E1-8C9D-486C-8262-497D275E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194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7D861-F965-4DD4-8DFC-1344C9F4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CAE99-FA1A-4D8A-B961-2B6A87B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38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Supplier approval before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C241B-79A2-458F-9F9D-5849E9F0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3B1E3-57D5-455C-A3CC-B7583D2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431BD-B332-4AA4-89EA-D0B5028B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Verification where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F06F5-BD3A-41B1-93BD-3AD19FA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8AD87-8C72-482E-9CA8-D21AF34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052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445D3-741D-4D05-BA54-18A33E13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Handover confirmation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EBFF7-4E22-4C0B-85C4-313F367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A2344-D497-4D72-9F22-BC75FE9D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7E98C-DE33-4D8E-8D8D-9F36D28A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Certificate-backed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D47E9-820F-4A4F-9885-2E05445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Designed to reduce ambiguity before resources move.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F650F-F05B-4432-AEB9-EA5C1B44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14900"/>
            <a:ext cx="742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E4CE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E9758-DF9D-4777-8481-4093276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8635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Boundary 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2D6EA-37FB-4F7B-B730-1B8ADBC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010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Certificates are operational evidence, not legal guarantees or audited ESG certificates.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BE996-2FD1-4891-B492-FAFBFCB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07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b71f9e0d040e3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25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0F063-1C38-4CD2-84CE-3CAAE9A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IMPACT AND ESG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22B18-5D1F-4A7F-B58B-7F00CB4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Impact should be credible, traceable, and conservative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20F6D-6F85-4F65-8B39-52D7C2B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groups results by what the organization can reasonably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31381-7B51-4881-AF28-187B639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E07D4-ECAF-4400-9B4B-4FC8763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AED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1914-CD74-4AB3-A115-1393CACE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Value recovered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2B510-BD68-470F-9FE0-4D681FC6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AB798-02C8-4AD1-AE62-D3C76427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1E5DE-1A39-4864-8EBB-F08EBDF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Redistributed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94F5D-562A-4433-8EB8-249DCAF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F479F-8FB8-43AC-BA0C-3C2FDAA3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Waste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26CCC-C7D4-4E91-AA67-BB562F3E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48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Diverted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84D34-AF65-4983-A791-67A3F52B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3536F-7870-4E27-BF2C-B5665BA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2033"/>
                </a:solidFill>
              </a:defRPr>
            </a:pPr>
            <a:r>
              <a:rPr sz="2400" b="1">
                <a:solidFill>
                  <a:srgbClr val="162033"/>
                </a:solidFill>
              </a:rPr>
              <a:t>Cert.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E57DD-28CC-4A31-A58B-A90DCE2A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46F"/>
                </a:solidFill>
              </a:defRPr>
            </a:pPr>
            <a:r>
              <a:rPr sz="1050" b="1">
                <a:solidFill>
                  <a:srgbClr val="63746F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D7DF0-4F5F-4EAB-A137-6292881B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7810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C3FBC-CA3E-47F5-8CF9-9891F5F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67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Evidence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73BCD-18B6-455F-A8A0-4452E40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48200"/>
            <a:ext cx="739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No public impact claims until real transfers are completed, verified, and approved for publication.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D474E-4567-4EAA-9238-3EF59B3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08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c5e3c7c0a424a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1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B195E-BB9D-44F5-B5AF-920966F9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PILOT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59B2E-3F60-486D-B47B-2507B4B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Wave 1 is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81EC-4499-48A4-AEA6-76797288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The goal is market evidence, not scale theater.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CA5F5-23A9-4656-9362-5D4976A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ADB98-6922-4D4D-89AE-1A96C72F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35C84-8D10-4CCB-904C-1CCD695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supplier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EA08D-0C7D-4B1A-8CDB-7D9F4DB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25F99-EADF-4718-8597-BBAB2472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F3A12-554A-4F16-A46D-084C234B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D752B-2CF8-42EA-971C-7D88F50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recipient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29F21-1D32-4491-9DC6-BD87018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1326B-0FA5-495F-BB72-D68BE67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F367-1C9B-4CE3-8F3C-14DA728A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734C1-D853-4966-865B-746A534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category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7539C-F988-47DE-A84B-0A59757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09E48-87A9-44ED-B403-98279FC2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7F259-AB67-4BB8-A457-81BD295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3F619-57A6-4F97-9CF1-15F4872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handover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E6BE3-35E9-4578-8D83-4FD2C5D7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86FDD-E781-4334-8616-4FF92BD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408B3-72E4-4F29-9773-C6D41C94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F9FAA-7D94-43F5-A24C-44BFFCC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certificate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B571C-B775-4265-B55A-65C7B4DD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3C7F8-D152-4F14-BA01-9DE097B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A7736-6A13-4C31-9D8B-D0DCDEC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E3A61-4EA9-4141-8077-111FAAA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2D7AA-FFB7-4BC8-A1AD-12BE193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19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57DD4-FF57-4F08-985C-A462781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5270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A5FC9-9055-4657-9B47-3CE562A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6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D1FE3-4AB8-4B91-B86D-E4BF243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1 case study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9B114-B1CD-43E6-BA97-F610096F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6896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7B3878-DA5D-49B3-9744-921C672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Pilot goal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5B747-5629-4FE0-9F33-04BDDE8B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Generate first real market evidence through a guided workflow that can be repeated with confidence.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31251D-90F3-45D8-A890-84CAC35B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09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fc7b53a7b4487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2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9F230-ACBC-43B9-84ED-2B77B3F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BENEFITS BY STAKEHOLDER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89A7F-AAF2-4E33-92E6-C71B3B9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Each participant gets a practical operating reason to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BA6ED-A722-4C42-9947-19306FCA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The pilot is framed around usefulness, control,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F31D3-0707-4E51-9220-60D1F811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F10B5-5F98-47EC-AE06-9E98656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Suppliers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5A42A-0C10-4880-A56A-C3F6E44C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Make surplus useful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Keep approval control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Preserve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0F047-78AF-4F8C-B0DD-718660F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3CE54-3D81-453C-9498-66CB2BF5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Recipients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F296D-63A7-4D2A-A069-687B94F5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Discover resources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Track requests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Receive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BD65B-046B-401C-BC68-27E617A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CE0D2-902D-4B22-AFF3-6A712484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Partners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0E870-EACB-4E65-BAE0-E91D1E4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Support circular economy activity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Connect networks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Strengthen evidence standards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07A9-3C21-4BDC-98BC-B1B9ACF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10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f8a7f8ddd4297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52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21B1D-2EF3-4C3B-AB90-168DC597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STRATEGIC PARTNERSHIPS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46996-70A2-4369-BED8-C06C057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Partnerships can accelerate trust and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870F-77F2-43F1-A576-6FA0E73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ReDist can work with organizations that supply, receive, introduce, sponsor, or validate circular economy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61136-027A-4BE0-B1B4-322A376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564FC-239D-4CD5-8BB2-4F18AD2F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Supplier network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20018-08D9-4B99-BF7A-EDF6D61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51EA8-3934-46A6-B4B0-DA887D36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AC855-9636-4948-817E-B9C9D43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Recipient network partner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3F7DC-30BD-48EE-8ED6-724D44D9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E0E97-8D8A-4E42-BC84-C6F89D61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E016C-50FC-4874-ABE1-87360D4E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ESG reporting collaborator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3B647-E06B-4A56-A8E1-127EA465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EF4F3-944A-4810-822E-168BAA19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6AA6E-7905-4674-8F36-E3BBF210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Ecosystem introducer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9CC87-D474-416B-9B7A-3B065C8F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70E1C-732A-40E9-A328-106564E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FD8F5-F554-4124-8B03-88A4D723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Pilot sponsor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46767-BBAC-47F4-9160-14DE359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9F317-3394-4A0B-8433-D68C543F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2971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8BA10-80AE-4C8D-AAAC-3E5B3C71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Category partner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CDE26-5325-4540-AAFF-D20EBFBA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Potential role in building a trusted UAE redistribution ecosystem.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E4C02-3CD8-4235-BD75-73A1E7B5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11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3e9c5ca7f4e53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979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B142C-43EE-4738-8CCF-0BD5A08C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PILOT PARTICIPATION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7EA66-EC2B-4083-87E2-1BCD0D6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From first conversation to first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77482-FBE9-4DA3-8DA8-CD5FA39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The meeting path keeps qualification and next actions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C19B6-793D-477A-ABF1-828131D0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E9961-F819-485B-87A8-6830EB0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91C8D-C969-4DC0-AD91-9EF39D2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2377B-2724-4016-98C2-EF053C9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2AD00-D3B0-4472-8E06-939C2BCC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CFCAC-5EDA-4D5E-BBF8-F3397025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3B16B-7242-4DEF-BBBF-B6C191BC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9933A-09EB-455C-B25B-8C39FEC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11D49-3D40-46D9-BEE9-3EC23FE1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1E0D3-E859-4E81-B785-2D509B19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35E4C-D613-4582-BB5B-5554D1F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Qualify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7DA49-7F8B-43C8-BD06-2409CFA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9FA3F-A6B3-4C42-BEF0-2C206B5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3A9BD-C374-4D98-9436-8A1CDAB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4F567-055C-4418-A798-3142547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6F8D2-FD59-44AA-B041-7CAD923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0CB12-3930-41C9-BFF3-FBB71CF3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C35AF-2651-4AA9-BBBC-E1E4D78D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3AEEE-F18C-4983-B8E7-9BA89C4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B0816-521A-4B92-8069-317BBBC0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A74F7-A251-4C59-B438-1338388D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F3404-C178-4351-A041-011C582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4278D-41FF-417A-A8BE-4778611A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Onboard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F3C036-94C2-409B-ACD6-ADCD1270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52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C55"/>
                </a:solidFill>
              </a:defRPr>
            </a:pPr>
            <a:r>
              <a:rPr sz="1350" b="1">
                <a:solidFill>
                  <a:srgbClr val="1F5C55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A053F-2668-4C79-8D70-956B7591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EF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B410A-BD10-4224-A157-983535F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C55"/>
                </a:solidFill>
              </a:defRPr>
            </a:pPr>
            <a:r>
              <a:rPr sz="1050" b="1">
                <a:solidFill>
                  <a:srgbClr val="1F5C55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A6C56-7757-4F01-9E89-57C65CD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</a:defRPr>
            </a:pPr>
            <a:r>
              <a:rPr sz="1200" b="1">
                <a:solidFill>
                  <a:srgbClr val="102A2A"/>
                </a:solidFill>
              </a:rPr>
              <a:t>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759B2-90F8-4955-A3C9-136B620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43400"/>
            <a:ext cx="6096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36B00A-2A46-4AF7-8E80-762A0AB7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Call to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E4F110-8356-423A-9E78-E78B611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95850"/>
            <a:ext cx="567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Confirm role, contact, first category, and onboarding readiness.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7063BD-F119-4907-B416-7CB24BD8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12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6dfa646a64e3f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9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D2166-45C2-45C8-9554-96CE419B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DECISION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57842-03CC-400B-BACE-FD9D8FC8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A simple qualification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BFCB3-1C13-476A-BAF6-11F02C12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The next step is clear only when the first safe category, owner, and workflow are known.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13A5C-B487-4BB8-8910-E7A60FB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286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4292D-1979-4211-B451-515F3E9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Next-step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3CF2C-87C2-4BD9-B4EF-D5EB1627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586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Confirm supplier, recipient, partner, or ESG collaborator role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Identify first safe category or need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Assign decision maker and coordinator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Complete qualification checklist</a:t>
            </a:r>
          </a:p>
          <a:p xmlns:a="http://schemas.openxmlformats.org/drawingml/2006/main">
            <a:pPr algn="l">
              <a:defRPr sz="1200" b="0">
                <a:solidFill>
                  <a:srgbClr val="63746F"/>
                </a:solidFill>
              </a:defRPr>
            </a:pPr>
            <a:r>
              <a:rPr sz="1200" b="0">
                <a:solidFill>
                  <a:srgbClr val="63746F"/>
                </a:solidFill>
              </a:rPr>
              <a:t>- Schedule onboarding if qualified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f9ca7a1224425"/>
          <a:stretch xmlns:a="http://schemas.openxmlformats.org/drawingml/2006/main"/>
        </p:blipFill>
        <p:spPr>
          <a:xfrm xmlns:a="http://schemas.openxmlformats.org/drawingml/2006/main">
            <a:off x="8972550" y="27241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F0F14-5FC6-4BA1-A4FC-CC5FEDDC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529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5C55"/>
                </a:solidFill>
              </a:defRPr>
            </a:pPr>
            <a:r>
              <a:rPr sz="900" b="1">
                <a:solidFill>
                  <a:srgbClr val="1F5C55"/>
                </a:solidFill>
              </a:rPr>
              <a:t>redistribut.com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5A2A-92CE-4D51-A301-300E09D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7700"/>
            <a:ext cx="3086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BCEA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F51F7-5D09-4805-A65F-DD4EB572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Book the founder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5D22F-3DB1-43E3-AC7F-352C8CA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46F"/>
                </a:solidFill>
              </a:defRPr>
            </a:pPr>
            <a:r>
              <a:rPr sz="1125" b="0">
                <a:solidFill>
                  <a:srgbClr val="63746F"/>
                </a:solidFill>
              </a:rPr>
              <a:t>Use the website QR or contact form to route the organization into the founder pipeline.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FC54-0AB4-4174-815A-43AAD9D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a891468054892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907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FCF6C-4FF5-46CC-8607-094194D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55"/>
                </a:solidFill>
              </a:defRPr>
            </a:pPr>
            <a:r>
              <a:rPr sz="1125" b="1">
                <a:solidFill>
                  <a:srgbClr val="1F5C55"/>
                </a:solidFill>
              </a:rPr>
              <a:t>APPENDIX FAQ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2F26F-CE20-43E4-A3CC-73076B1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33"/>
                </a:solidFill>
              </a:defRPr>
            </a:pPr>
            <a:r>
              <a:rPr sz="2700" b="1">
                <a:solidFill>
                  <a:srgbClr val="162033"/>
                </a:solidFill>
              </a:rPr>
              <a:t>Questions executives usually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E4330-8217-4308-BAFC-EA058AA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46F"/>
                </a:solidFill>
              </a:defRPr>
            </a:pPr>
            <a:r>
              <a:rPr sz="1500" b="0">
                <a:solidFill>
                  <a:srgbClr val="63746F"/>
                </a:solidFill>
              </a:rPr>
              <a:t>Short answers for first meetings.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55834-B1DB-431C-BC54-892AD5B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10C4-F454-4B9A-BC86-E48A1AF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Is ReDist a marketplace?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D4AD1-CCE4-4703-8526-E9DFDE82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No. It is a controlled redistribution workflow for organizations.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F28BA-71D4-42B9-A04B-5328F16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30BB8-1F84-4506-9D5E-893F640A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Is it public self-serve?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658B9-1BC2-42F0-998C-BF59138A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Not for the first pilot. Wave 1 is founder-guided.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69C4-8843-488E-A401-AB8F12B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092AB-78B4-4A3F-A481-2430CBE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 owns quality and safety?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8DC52-5A52-4DE1-86B4-1375C53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The participating organizations remain responsible for suitability and safe handover.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16ACE-20FF-4C08-8B9E-CB85087C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639D1-F9C3-4D77-BF01-FEB3B3A0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Is the certificate audited ESG proof?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F2579-9134-471C-A914-A5D075A2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No. It is operational evidence unless separately reviewed.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2483A-8CB6-445C-9FE5-F607559D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C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1E6BD-D3EA-45A9-A31C-8776F93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What is the first pilot goal?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A5724-A6D9-42AC-BF8C-25CF905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6F"/>
                </a:solidFill>
              </a:defRPr>
            </a:pPr>
            <a:r>
              <a:rPr sz="1050" b="0">
                <a:solidFill>
                  <a:srgbClr val="63746F"/>
                </a:solidFill>
              </a:rPr>
              <a:t>Complete Transfer #0001 and create defensible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93E3D-57D7-4778-B760-8FE01770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46F"/>
                </a:solidFill>
              </a:defRPr>
            </a:pPr>
            <a:r>
              <a:rPr sz="900" b="0">
                <a:solidFill>
                  <a:srgbClr val="63746F"/>
                </a:solidFill>
              </a:rPr>
              <a:t>ReDist Executive Presentation | 14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b7ae3974f4deb"/>
          <a:stretch xmlns:a="http://schemas.openxmlformats.org/drawingml/2006/main"/>
        </p:blipFill>
        <p:spPr>
          <a:xfrm xmlns:a="http://schemas.openxmlformats.org/drawingml/2006/main">
            <a:off x="10877550" y="5981319"/>
            <a:ext cx="400050" cy="362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18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cd59429f94adf"/>
          <a:stretch xmlns:a="http://schemas.openxmlformats.org/drawingml/2006/main"/>
        </p:blipFill>
        <p:spPr>
          <a:xfrm xmlns:a="http://schemas.openxmlformats.org/drawingml/2006/main">
            <a:off x="685800" y="572008"/>
            <a:ext cx="419100" cy="37998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2C38D-98EF-48BC-A85D-4C22C73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2A"/>
                </a:solidFill>
              </a:defRPr>
            </a:pPr>
            <a:r>
              <a:rPr sz="2625" b="1">
                <a:solidFill>
                  <a:srgbClr val="102A2A"/>
                </a:solidFill>
              </a:rPr>
              <a:t>ReDist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A519A-96B3-49E3-A9DA-11AC3EB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Ready to test a guided redistribution workflow?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682FC-EB55-440C-849C-812AF067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BE6"/>
                </a:solidFill>
              </a:defRPr>
            </a:pPr>
            <a:r>
              <a:rPr sz="1650" b="0">
                <a:solidFill>
                  <a:srgbClr val="DDEBE6"/>
                </a:solidFill>
              </a:rPr>
              <a:t>[Founder Name]</a:t>
            </a:r>
          </a:p>
          <a:p xmlns:a="http://schemas.openxmlformats.org/drawingml/2006/main">
            <a:pPr algn="l">
              <a:defRPr sz="1650" b="0">
                <a:solidFill>
                  <a:srgbClr val="DDEBE6"/>
                </a:solidFill>
              </a:defRPr>
            </a:pPr>
            <a:r>
              <a:rPr sz="1650" b="0">
                <a:solidFill>
                  <a:srgbClr val="DDEBE6"/>
                </a:solidFill>
              </a:rPr>
              <a:t>[Email]</a:t>
            </a:r>
          </a:p>
          <a:p xmlns:a="http://schemas.openxmlformats.org/drawingml/2006/main">
            <a:pPr algn="l">
              <a:defRPr sz="1650" b="0">
                <a:solidFill>
                  <a:srgbClr val="DDEBE6"/>
                </a:solidFill>
              </a:defRPr>
            </a:pPr>
            <a:r>
              <a:rPr sz="1650" b="0">
                <a:solidFill>
                  <a:srgbClr val="DDEBE6"/>
                </a:solidFill>
              </a:rPr>
              <a:t>[Phone / WhatsApp]</a:t>
            </a:r>
          </a:p>
          <a:p xmlns:a="http://schemas.openxmlformats.org/drawingml/2006/main">
            <a:pPr algn="l">
              <a:defRPr sz="1650" b="0">
                <a:solidFill>
                  <a:srgbClr val="DDEBE6"/>
                </a:solidFill>
              </a:defRPr>
            </a:pPr>
            <a:r>
              <a:rPr sz="1650" b="0">
                <a:solidFill>
                  <a:srgbClr val="DDEBE6"/>
                </a:solidFill>
              </a:rPr>
              <a:t>https://www.redistribut.com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76A98-C6A9-43B1-BEC8-CFDCC2CF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00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116bf47844569"/>
          <a:stretch xmlns:a="http://schemas.openxmlformats.org/drawingml/2006/main"/>
        </p:blipFill>
        <p:spPr>
          <a:xfrm xmlns:a="http://schemas.openxmlformats.org/drawingml/2006/main">
            <a:off x="9191625" y="25717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025C-7BE0-4176-849E-0B42AC02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052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5C55"/>
                </a:solidFill>
              </a:defRPr>
            </a:pPr>
            <a:r>
              <a:rPr sz="900" b="1">
                <a:solidFill>
                  <a:srgbClr val="1F5C55"/>
                </a:solidFill>
              </a:rPr>
              <a:t>redistribut.com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3E40D-089A-43FD-AE4B-9460C07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EAD7"/>
                </a:solidFill>
              </a:defRPr>
            </a:pPr>
            <a:r>
              <a:rPr sz="1200" b="1">
                <a:solidFill>
                  <a:srgbClr val="BCEAD7"/>
                </a:solidFill>
              </a:rPr>
              <a:t>ReDist UAE Pilot Edition</a:t>
            </a:r>
          </a:p>
        </p:txBody>
      </p:sp>
    </p:spTree>
    <p:extLst>
      <p:ext uri="{BB962C8B-B14F-4D97-AF65-F5344CB8AC3E}">
        <p14:creationId xmlns:p14="http://schemas.microsoft.com/office/powerpoint/2010/main" val="724608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2026-06-23T02:36:08.9430000Z</dcterms:created>
  <dcterms:modified xsi:type="dcterms:W3CDTF">2026-06-23T02:36:08.9430000Z</dcterms:modified>
</coreProperties>
</file>